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470caa62824ee1" /><Relationship Type="http://schemas.openxmlformats.org/officeDocument/2006/relationships/extended-properties" Target="/docProps/app.xml" Id="R5b6471a26b69463d" /><Relationship Type="http://schemas.openxmlformats.org/officeDocument/2006/relationships/officeDocument" Target="/ppt/presentation.xml" Id="R02fd7d2951dd40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17af3f4de041b2"/>
  </p:sldMasterIdLst>
  <p:notesMasterIdLst>
    <p:notesMasterId xmlns:r="http://schemas.openxmlformats.org/officeDocument/2006/relationships" r:id="R3e03f4d5e32f4d9f"/>
  </p:notesMasterIdLst>
  <p:sldIdLst>
    <p:sldId xmlns:r="http://schemas.openxmlformats.org/officeDocument/2006/relationships" id="256" r:id="R92a3c16edf6747f2"/>
    <p:sldId xmlns:r="http://schemas.openxmlformats.org/officeDocument/2006/relationships" id="257" r:id="Rda0988230a544311"/>
    <p:sldId xmlns:r="http://schemas.openxmlformats.org/officeDocument/2006/relationships" id="258" r:id="R185ecc971bbb4285"/>
    <p:sldId xmlns:r="http://schemas.openxmlformats.org/officeDocument/2006/relationships" id="259" r:id="R9a4ba6cb0a4c49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d6123d33ce465f" /><Relationship Type="http://schemas.openxmlformats.org/officeDocument/2006/relationships/slideMaster" Target="/ppt/slideMasters/slideMaster1.xml" Id="Rc317af3f4de041b2" /><Relationship Type="http://schemas.openxmlformats.org/officeDocument/2006/relationships/notesMaster" Target="/ppt/notesMasters/notesMaster1.xml" Id="R3e03f4d5e32f4d9f" /><Relationship Type="http://schemas.openxmlformats.org/officeDocument/2006/relationships/presProps" Target="/ppt/presProps.xml" Id="Rad8f7a52852d42c9" /><Relationship Type="http://schemas.openxmlformats.org/officeDocument/2006/relationships/tableStyles" Target="/ppt/tableStyles.xml" Id="R7a4b06730ddd46c7" /><Relationship Type="http://schemas.openxmlformats.org/officeDocument/2006/relationships/slide" Target="/ppt/slides/slide1.xml" Id="R92a3c16edf6747f2" /><Relationship Type="http://schemas.openxmlformats.org/officeDocument/2006/relationships/slide" Target="/ppt/slides/slide2.xml" Id="Rda0988230a544311" /><Relationship Type="http://schemas.openxmlformats.org/officeDocument/2006/relationships/slide" Target="/ppt/slides/slide3.xml" Id="R185ecc971bbb4285" /><Relationship Type="http://schemas.openxmlformats.org/officeDocument/2006/relationships/slide" Target="/ppt/slides/slide4.xml" Id="R9a4ba6cb0a4c49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d49edef62d48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919a3bb96d414b" /><Relationship Type="http://schemas.openxmlformats.org/officeDocument/2006/relationships/notesMaster" Target="/ppt/notesMasters/notesMaster1.xml" Id="R8afeabed02d646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3de86bd00a423d" /><Relationship Type="http://schemas.openxmlformats.org/officeDocument/2006/relationships/notesMaster" Target="/ppt/notesMasters/notesMaster1.xml" Id="Rb8f82739eb4142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3e554b1af243be" /><Relationship Type="http://schemas.openxmlformats.org/officeDocument/2006/relationships/notesMaster" Target="/ppt/notesMasters/notesMaster1.xml" Id="R6ee5c8f8a4a740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050a967cee4f0c" /><Relationship Type="http://schemas.openxmlformats.org/officeDocument/2006/relationships/notesMaster" Target="/ppt/notesMasters/notesMaster1.xml" Id="Rf44192222c4444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 reusable layout, not an official EMNLP template. Official guidelines say there is no required PPT template. Arial typography,16:9 canvas. Replace bracketed text and duplicate slides as needed.</a:t>
            </a:r>
          </a:p>
          <a:p xmlns:a="http://schemas.openxmlformats.org/drawingml/2006/main">
            <a:r>
              <a:t>https://docs.google.com/presentation/d/1csfkuRIhVSjRX_zn3f1SBgvjuzoXyye_Cjx9QW44e4E/edit</a:t>
            </a:r>
          </a:p>
          <a:p xmlns:a="http://schemas.openxmlformats.org/drawingml/2006/main">
            <a:r>
              <a:t>Official logo originals: https://drive.google.com/drive/folders/1_IX04T09KVmBr1rF9LOv11slD-ZmH5ne?usp=sharing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 reusable layout, not an official EMNLP template. Official guidelines say there is no required PPT template. Arial typography,16:9 canvas. Replace bracketed text and duplicate slides as needed.</a:t>
            </a:r>
          </a:p>
          <a:p xmlns:a="http://schemas.openxmlformats.org/drawingml/2006/main">
            <a:r>
              <a:t>https://docs.google.com/presentation/d/1csfkuRIhVSjRX_zn3f1SBgvjuzoXyye_Cjx9QW44e4E/edit</a:t>
            </a:r>
          </a:p>
          <a:p xmlns:a="http://schemas.openxmlformats.org/drawingml/2006/main">
            <a:r>
              <a:t>Official logo originals: https://drive.google.com/drive/folders/1_IX04T09KVmBr1rF9LOv11slD-ZmH5ne?usp=sharing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 reusable layout, not an official EMNLP template. Official guidelines say there is no required PPT template. Arial typography,16:9 canvas. Replace bracketed text and duplicate slides as needed.</a:t>
            </a:r>
          </a:p>
          <a:p xmlns:a="http://schemas.openxmlformats.org/drawingml/2006/main">
            <a:r>
              <a:t>https://docs.google.com/presentation/d/1csfkuRIhVSjRX_zn3f1SBgvjuzoXyye_Cjx9QW44e4E/edit</a:t>
            </a:r>
          </a:p>
          <a:p xmlns:a="http://schemas.openxmlformats.org/drawingml/2006/main">
            <a:r>
              <a:t>Official logo originals: https://drive.google.com/drive/folders/1_IX04T09KVmBr1rF9LOv11slD-ZmH5ne?usp=sharing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 reusable layout, not an official EMNLP template. Official guidelines say there is no required PPT template. Arial typography,16:9 canvas. Replace bracketed text and duplicate slides as needed.</a:t>
            </a:r>
          </a:p>
          <a:p xmlns:a="http://schemas.openxmlformats.org/drawingml/2006/main">
            <a:r>
              <a:t>https://docs.google.com/presentation/d/1csfkuRIhVSjRX_zn3f1SBgvjuzoXyye_Cjx9QW44e4E/edit</a:t>
            </a:r>
          </a:p>
          <a:p xmlns:a="http://schemas.openxmlformats.org/drawingml/2006/main">
            <a:r>
              <a:t>Official logo originals: https://drive.google.com/drive/folders/1_IX04T09KVmBr1rF9LOv11slD-ZmH5ne?usp=sharing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45ec666d347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64e134b8046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57a3c23564d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bae260b1d4c4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b4d01f920142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d90ed8be4342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7AAE28-1CD6-4B69-9373-7889A5F094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6E49A1-9D8A-4FC2-A807-9AFD6F4D87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E329540-D0C0-488B-8589-21C8E4536F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8B3111-2E72-49C0-B456-7A10DC1F70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C9625C4-44D0-48E1-AAF4-D880012D9D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811D9B-A8CA-4EAE-A564-8B36B15C03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1E7BBC-36E3-492E-8C67-532C0BDA74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6C05E9D-DBEA-4BEC-9674-9A904888B8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B420B6-C789-4C93-ABFF-6FB7047E3C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3134D2-51C4-4600-9001-7E2C4A3098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5afa68092943b6" /><Relationship Type="http://schemas.openxmlformats.org/officeDocument/2006/relationships/slideLayout" Target="/ppt/slideLayouts/slideLayout1.xml" Id="R3d2c395f5f3b4f8b" /><Relationship Type="http://schemas.openxmlformats.org/officeDocument/2006/relationships/slideLayout" Target="/ppt/slideLayouts/slideLayout2.xml" Id="R519e7a5df1684a09" /><Relationship Type="http://schemas.openxmlformats.org/officeDocument/2006/relationships/slideLayout" Target="/ppt/slideLayouts/slideLayout3.xml" Id="Rd0d2855b94c0476f" /><Relationship Type="http://schemas.openxmlformats.org/officeDocument/2006/relationships/slideLayout" Target="/ppt/slideLayouts/slideLayout4.xml" Id="R448bda1c6d364664" /><Relationship Type="http://schemas.openxmlformats.org/officeDocument/2006/relationships/slideLayout" Target="/ppt/slideLayouts/slideLayout5.xml" Id="R2376262d88b94e41" /><Relationship Type="http://schemas.openxmlformats.org/officeDocument/2006/relationships/slideLayout" Target="/ppt/slideLayouts/slideLayout6.xml" Id="R11b32c3c12e443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2c395f5f3b4f8b"/>
    <p:sldLayoutId xmlns:r="http://schemas.openxmlformats.org/officeDocument/2006/relationships" id="2147483650" r:id="R519e7a5df1684a09"/>
    <p:sldLayoutId xmlns:r="http://schemas.openxmlformats.org/officeDocument/2006/relationships" id="2147483651" r:id="Rd0d2855b94c0476f"/>
    <p:sldLayoutId xmlns:r="http://schemas.openxmlformats.org/officeDocument/2006/relationships" id="2147483652" r:id="R448bda1c6d364664"/>
    <p:sldLayoutId xmlns:r="http://schemas.openxmlformats.org/officeDocument/2006/relationships" id="2147483653" r:id="R2376262d88b94e41"/>
    <p:sldLayoutId xmlns:r="http://schemas.openxmlformats.org/officeDocument/2006/relationships" id="2147483654" r:id="R11b32c3c12e443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18d2ea37b34d49" /><Relationship Type="http://schemas.openxmlformats.org/officeDocument/2006/relationships/image" Target="/ppt/media/image.png" Id="R743b65f85bc84cd1" /><Relationship Type="http://schemas.openxmlformats.org/officeDocument/2006/relationships/image" Target="/ppt/media/image2.png" Id="R01d6b902b4e44eb2" /><Relationship Type="http://schemas.openxmlformats.org/officeDocument/2006/relationships/notesSlide" Target="/ppt/notesSlides/notesSlide1.xml" Id="R0bc8596815eb46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fc93f178db400e" /><Relationship Type="http://schemas.openxmlformats.org/officeDocument/2006/relationships/image" Target="/ppt/media/image3.png" Id="R88924fb4e81742ee" /><Relationship Type="http://schemas.openxmlformats.org/officeDocument/2006/relationships/notesSlide" Target="/ppt/notesSlides/notesSlide2.xml" Id="R53909df0e9b84b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4d75aeb14c43f8" /><Relationship Type="http://schemas.openxmlformats.org/officeDocument/2006/relationships/image" Target="/ppt/media/image4.png" Id="Rbb191b980e1248e3" /><Relationship Type="http://schemas.openxmlformats.org/officeDocument/2006/relationships/notesSlide" Target="/ppt/notesSlides/notesSlide3.xml" Id="R41224aff22d14a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3ff92677164e8b" /><Relationship Type="http://schemas.openxmlformats.org/officeDocument/2006/relationships/image" Target="/ppt/media/image5.png" Id="Rc5c0462d4c1042c3" /><Relationship Type="http://schemas.openxmlformats.org/officeDocument/2006/relationships/notesSlide" Target="/ppt/notesSlides/notesSlide4.xml" Id="R8e74ce9698b44b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47065-988F-403A-BA4E-D924061EC3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b65f85bc84cd1"/>
          <a:stretch xmlns:a="http://schemas.openxmlformats.org/drawingml/2006/main"/>
        </p:blipFill>
        <p:spPr>
          <a:xfrm xmlns:a="http://schemas.openxmlformats.org/drawingml/2006/main">
            <a:off x="609600" y="514505"/>
            <a:ext cx="3333750" cy="580715"/>
          </a:xfrm>
          <a:prstGeom xmlns:a="http://schemas.openxmlformats.org/drawingml/2006/main" prst="rect">
            <a:avLst/>
          </a:prstGeom>
        </p:spPr>
      </p:pic>
      <p:sp>
        <p:nvSpPr>
          <p:cNvPr id="2" name="[Paper title]">
            <a:extLst xmlns:a="http://schemas.openxmlformats.org/drawingml/2006/main">
              <a:ext uri="{FF2B5EF4-FFF2-40B4-BE49-F238E27FC236}">
                <a16:creationId xmlns:a16="http://schemas.microsoft.com/office/drawing/2014/main" id="{EE349751-03E7-4B2B-89A6-A3E5730B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292F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292F4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92F43"/>
                </a:solidFill>
                <a:latin typeface="Arial"/>
                <a:ea typeface="Arial"/>
                <a:cs typeface="Arial"/>
              </a:rPr>
              <a:t>[Paper title]</a:t>
            </a:r>
          </a:p>
        </p:txBody>
      </p:sp>
      <p:sp>
        <p:nvSpPr>
          <p:cNvPr id="3" name="[Subtitle]">
            <a:extLst xmlns:a="http://schemas.openxmlformats.org/drawingml/2006/main">
              <a:ext uri="{FF2B5EF4-FFF2-40B4-BE49-F238E27FC236}">
                <a16:creationId xmlns:a16="http://schemas.microsoft.com/office/drawing/2014/main" id="{C3901A08-E5F1-4CA2-AFD0-95704151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292F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292F43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92F43"/>
                </a:solidFill>
                <a:latin typeface="Arial"/>
                <a:ea typeface="Arial"/>
                <a:cs typeface="Arial"/>
              </a:rPr>
              <a:t>[Subtitle]</a:t>
            </a:r>
          </a:p>
        </p:txBody>
      </p:sp>
      <p:sp>
        <p:nvSpPr>
          <p:cNvPr id="4" name="[Authors]">
            <a:extLst xmlns:a="http://schemas.openxmlformats.org/drawingml/2006/main">
              <a:ext uri="{FF2B5EF4-FFF2-40B4-BE49-F238E27FC236}">
                <a16:creationId xmlns:a16="http://schemas.microsoft.com/office/drawing/2014/main" id="{3D34EA6F-2454-468E-9C8F-7CBAC660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2F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92F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F43"/>
                </a:solidFill>
                <a:latin typeface="Arial"/>
                <a:ea typeface="Arial"/>
                <a:cs typeface="Arial"/>
              </a:rPr>
              <a:t>[Authors]</a:t>
            </a:r>
          </a:p>
        </p:txBody>
      </p:sp>
      <p:sp>
        <p:nvSpPr>
          <p:cNvPr id="5" name="[Affiliations]">
            <a:extLst xmlns:a="http://schemas.openxmlformats.org/drawingml/2006/main">
              <a:ext uri="{FF2B5EF4-FFF2-40B4-BE49-F238E27FC236}">
                <a16:creationId xmlns:a16="http://schemas.microsoft.com/office/drawing/2014/main" id="{513DCFC8-EAB1-45BA-BAF0-F37C3B79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470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080"/>
                </a:solidFill>
                <a:latin typeface="Arial"/>
                <a:ea typeface="Arial"/>
                <a:cs typeface="Arial"/>
              </a:rPr>
              <a:t>[Affiliations]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99293-35DE-41D1-B337-102B527C25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6b902b4e44eb2"/>
          <a:stretch xmlns:a="http://schemas.openxmlformats.org/drawingml/2006/main"/>
        </p:blipFill>
        <p:spPr>
          <a:xfrm xmlns:a="http://schemas.openxmlformats.org/drawingml/2006/main">
            <a:off x="8144" y="5591175"/>
            <a:ext cx="12175712" cy="1266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506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[Concept or method]">
            <a:extLst xmlns:a="http://schemas.openxmlformats.org/drawingml/2006/main">
              <a:ext uri="{FF2B5EF4-FFF2-40B4-BE49-F238E27FC236}">
                <a16:creationId xmlns:a16="http://schemas.microsoft.com/office/drawing/2014/main" id="{E4C48C78-2BB1-4D0C-A875-69F02BA8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F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92F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F43"/>
                </a:solidFill>
                <a:latin typeface="Arial"/>
                <a:ea typeface="Arial"/>
                <a:cs typeface="Arial"/>
              </a:rPr>
              <a:t>[Concept or method]</a:t>
            </a:r>
          </a:p>
        </p:txBody>
      </p:sp>
      <p:sp>
        <p:nvSpPr>
          <p:cNvPr id="2" name="[Main idea]">
            <a:extLst xmlns:a="http://schemas.openxmlformats.org/drawingml/2006/main">
              <a:ext uri="{FF2B5EF4-FFF2-40B4-BE49-F238E27FC236}">
                <a16:creationId xmlns:a16="http://schemas.microsoft.com/office/drawing/2014/main" id="{640343F9-2BE8-4037-80E3-C56E5458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857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41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416F5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16F51"/>
                </a:solidFill>
                <a:latin typeface="Arial"/>
                <a:ea typeface="Arial"/>
                <a:cs typeface="Arial"/>
              </a:rPr>
              <a:t>[Main idea]</a:t>
            </a:r>
          </a:p>
        </p:txBody>
      </p:sp>
      <p:sp>
        <p:nvSpPr>
          <p:cNvPr id="3" name="[Explanation in two&#10;or three short lines]">
            <a:extLst xmlns:a="http://schemas.openxmlformats.org/drawingml/2006/main">
              <a:ext uri="{FF2B5EF4-FFF2-40B4-BE49-F238E27FC236}">
                <a16:creationId xmlns:a16="http://schemas.microsoft.com/office/drawing/2014/main" id="{D1FA9B75-4292-4F20-B960-E8F0ECBD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92F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92F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2F43"/>
                </a:solidFill>
                <a:latin typeface="Arial"/>
                <a:ea typeface="Arial"/>
                <a:cs typeface="Arial"/>
              </a:rPr>
              <a:t>[Explanation in two</a:t>
            </a:r>
          </a:p>
          <a:p xmlns:a="http://schemas.openxmlformats.org/drawingml/2006/main">
            <a:pPr algn="l">
              <a:defRPr sz="2250" b="0">
                <a:solidFill>
                  <a:srgbClr val="292F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2F43"/>
                </a:solidFill>
                <a:latin typeface="Arial"/>
                <a:ea typeface="Arial"/>
                <a:cs typeface="Arial"/>
              </a:rPr>
              <a:t>or three short lines]</a:t>
            </a:r>
          </a:p>
        </p:txBody>
      </p:sp>
      <p:sp>
        <p:nvSpPr>
          <p:cNvPr id="4" name="[Place the source figure here]">
            <a:extLst xmlns:a="http://schemas.openxmlformats.org/drawingml/2006/main">
              <a:ext uri="{FF2B5EF4-FFF2-40B4-BE49-F238E27FC236}">
                <a16:creationId xmlns:a16="http://schemas.microsoft.com/office/drawing/2014/main" id="{0AB14665-78BE-4CAA-A456-4D9ACA46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05125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64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64708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47080"/>
                </a:solidFill>
                <a:latin typeface="Arial"/>
                <a:ea typeface="Arial"/>
                <a:cs typeface="Arial"/>
              </a:rPr>
              <a:t>[Place the source figure here]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FA717-A4EC-4315-A4BC-7B2EEB06D6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24fb4e81742ee"/>
          <a:stretch xmlns:a="http://schemas.openxmlformats.org/drawingml/2006/main"/>
        </p:blipFill>
        <p:spPr>
          <a:xfrm xmlns:a="http://schemas.openxmlformats.org/drawingml/2006/main">
            <a:off x="613301" y="6381750"/>
            <a:ext cx="1640424" cy="285750"/>
          </a:xfrm>
          <a:prstGeom xmlns:a="http://schemas.openxmlformats.org/drawingml/2006/main" prst="rect">
            <a:avLst/>
          </a:prstGeom>
        </p:spPr>
      </p:pic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8E167CA5-50C9-4B97-83DE-62671BEE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3817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4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67726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[Result supported by the data]">
            <a:extLst xmlns:a="http://schemas.openxmlformats.org/drawingml/2006/main">
              <a:ext uri="{FF2B5EF4-FFF2-40B4-BE49-F238E27FC236}">
                <a16:creationId xmlns:a16="http://schemas.microsoft.com/office/drawing/2014/main" id="{CFC91679-BAC9-4B95-ACAB-BD2BCC32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F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92F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F43"/>
                </a:solidFill>
                <a:latin typeface="Arial"/>
                <a:ea typeface="Arial"/>
                <a:cs typeface="Arial"/>
              </a:rPr>
              <a:t>[Result supported by the data]</a:t>
            </a:r>
          </a:p>
        </p:txBody>
      </p:sp>
      <p:sp>
        <p:nvSpPr>
          <p:cNvPr id="2" name="[Editable chart or table]">
            <a:extLst xmlns:a="http://schemas.openxmlformats.org/drawingml/2006/main">
              <a:ext uri="{FF2B5EF4-FFF2-40B4-BE49-F238E27FC236}">
                <a16:creationId xmlns:a16="http://schemas.microsoft.com/office/drawing/2014/main" id="{7B5BAF5C-EF30-48C8-B170-EC31AA87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150" b="0">
                <a:solidFill>
                  <a:srgbClr val="64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0">
                <a:solidFill>
                  <a:srgbClr val="647080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647080"/>
                </a:solidFill>
                <a:latin typeface="Arial"/>
                <a:ea typeface="Arial"/>
                <a:cs typeface="Arial"/>
              </a:rPr>
              <a:t>[Editable chart or table]</a:t>
            </a:r>
          </a:p>
        </p:txBody>
      </p:sp>
      <p:sp>
        <p:nvSpPr>
          <p:cNvPr id="3" name="[Metric, dataset and comparison]">
            <a:extLst xmlns:a="http://schemas.openxmlformats.org/drawingml/2006/main">
              <a:ext uri="{FF2B5EF4-FFF2-40B4-BE49-F238E27FC236}">
                <a16:creationId xmlns:a16="http://schemas.microsoft.com/office/drawing/2014/main" id="{6F777ED1-866D-42A7-B59B-AB7BA3F1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41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416F5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16F51"/>
                </a:solidFill>
                <a:latin typeface="Arial"/>
                <a:ea typeface="Arial"/>
                <a:cs typeface="Arial"/>
              </a:rPr>
              <a:t>[Metric, dataset and comparison]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C4EA3-0B50-46D9-911B-FBE48CC38C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91b980e1248e3"/>
          <a:stretch xmlns:a="http://schemas.openxmlformats.org/drawingml/2006/main"/>
        </p:blipFill>
        <p:spPr>
          <a:xfrm xmlns:a="http://schemas.openxmlformats.org/drawingml/2006/main">
            <a:off x="613301" y="6381750"/>
            <a:ext cx="1640424" cy="285750"/>
          </a:xfrm>
          <a:prstGeom xmlns:a="http://schemas.openxmlformats.org/drawingml/2006/main" prst="rect">
            <a:avLst/>
          </a:prstGeom>
        </p:spPr>
      </p:pic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61AF160D-3BD3-4404-A870-8733B496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3817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4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08833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[Paper title]">
            <a:extLst xmlns:a="http://schemas.openxmlformats.org/drawingml/2006/main">
              <a:ext uri="{FF2B5EF4-FFF2-40B4-BE49-F238E27FC236}">
                <a16:creationId xmlns:a16="http://schemas.microsoft.com/office/drawing/2014/main" id="{37E9F2E6-CE23-4340-A926-D8948BBE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F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92F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F43"/>
                </a:solidFill>
                <a:latin typeface="Arial"/>
                <a:ea typeface="Arial"/>
                <a:cs typeface="Arial"/>
              </a:rPr>
              <a:t>[Paper title]</a:t>
            </a:r>
          </a:p>
        </p:txBody>
      </p:sp>
      <p:sp>
        <p:nvSpPr>
          <p:cNvPr id="2" name="[One-sentence takeaway]">
            <a:extLst xmlns:a="http://schemas.openxmlformats.org/drawingml/2006/main">
              <a:ext uri="{FF2B5EF4-FFF2-40B4-BE49-F238E27FC236}">
                <a16:creationId xmlns:a16="http://schemas.microsoft.com/office/drawing/2014/main" id="{9803D5E7-E428-4538-9D3D-BD1F82DC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92F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92F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2F43"/>
                </a:solidFill>
                <a:latin typeface="Arial"/>
                <a:ea typeface="Arial"/>
                <a:cs typeface="Arial"/>
              </a:rPr>
              <a:t>[One-sentence takeaway]</a:t>
            </a:r>
          </a:p>
        </p:txBody>
      </p:sp>
      <p:sp>
        <p:nvSpPr>
          <p:cNvPr id="3" name="[Evidence supporting the takeaway]">
            <a:extLst xmlns:a="http://schemas.openxmlformats.org/drawingml/2006/main">
              <a:ext uri="{FF2B5EF4-FFF2-40B4-BE49-F238E27FC236}">
                <a16:creationId xmlns:a16="http://schemas.microsoft.com/office/drawing/2014/main" id="{90BC0AEA-8EF5-4680-BA7C-146F7431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9728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41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416F5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16F51"/>
                </a:solidFill>
                <a:latin typeface="Arial"/>
                <a:ea typeface="Arial"/>
                <a:cs typeface="Arial"/>
              </a:rPr>
              <a:t>[Evidence supporting the takeaway]</a:t>
            </a:r>
          </a:p>
        </p:txBody>
      </p:sp>
      <p:sp>
        <p:nvSpPr>
          <p:cNvPr id="4" name="[Code or paper URL]">
            <a:extLst xmlns:a="http://schemas.openxmlformats.org/drawingml/2006/main">
              <a:ext uri="{FF2B5EF4-FFF2-40B4-BE49-F238E27FC236}">
                <a16:creationId xmlns:a16="http://schemas.microsoft.com/office/drawing/2014/main" id="{15AFE3CD-7DA0-4120-B56B-E8663361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4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4708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47080"/>
                </a:solidFill>
                <a:latin typeface="Arial"/>
                <a:ea typeface="Arial"/>
                <a:cs typeface="Arial"/>
              </a:rPr>
              <a:t>[Code or paper URL]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0CAE4-8773-4270-AB7F-E18259FD65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0462d4c1042c3"/>
          <a:stretch xmlns:a="http://schemas.openxmlformats.org/drawingml/2006/main"/>
        </p:blipFill>
        <p:spPr>
          <a:xfrm xmlns:a="http://schemas.openxmlformats.org/drawingml/2006/main">
            <a:off x="613301" y="6381750"/>
            <a:ext cx="1640424" cy="285750"/>
          </a:xfrm>
          <a:prstGeom xmlns:a="http://schemas.openxmlformats.org/drawingml/2006/main" prst="rect">
            <a:avLst/>
          </a:prstGeom>
        </p:spPr>
      </p:pic>
      <p:sp>
        <p:nvSpPr>
          <p:cNvPr id="6" name="04">
            <a:extLst xmlns:a="http://schemas.openxmlformats.org/drawingml/2006/main">
              <a:ext uri="{FF2B5EF4-FFF2-40B4-BE49-F238E27FC236}">
                <a16:creationId xmlns:a16="http://schemas.microsoft.com/office/drawing/2014/main" id="{03DE583F-4DC6-4571-82F0-4BA4DB13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3817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4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3409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2026-10-05T03:19:23.2830000Z</dcterms:created>
  <dcterms:modified xsi:type="dcterms:W3CDTF">2026-10-05T03:19:23.2830000Z</dcterms:modified>
</coreProperties>
</file>